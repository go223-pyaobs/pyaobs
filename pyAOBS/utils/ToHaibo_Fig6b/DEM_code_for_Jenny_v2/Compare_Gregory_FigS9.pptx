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48" d="100"/>
          <a:sy n="148" d="100"/>
        </p:scale>
        <p:origin x="-68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3F60D-D2EB-FF73-17FC-CB3BE00B6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16A65-099A-6980-2E24-5AA6FC12A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64D96-CDDD-498C-BFD7-DE25697B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2D7E5-F89F-0F3A-BE56-FA88201B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D5B21-3364-0C6D-B9B1-BC8BA74B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18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FA84-E1E5-4CDD-C5BF-F95ED92C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8B2F-A0F3-3FE8-5846-3F8D9514F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CACA0-20C7-DACC-A9F9-B9DC25BF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4221A-547D-EAE9-7ACD-018851951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D9A25-586B-34F5-0935-6A62B775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94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53E-1B95-312D-1304-74F19C62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F00A5-8A34-7AD0-2F12-1B68EB1C4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75991-0BCF-19FB-8C38-2D30B526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55AC4-24DC-3F1C-FBC5-C47E1241B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CA027-EF9E-F502-D3D7-6BCBC085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47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AD33-A0A3-89F1-CE68-AFE93291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41CDB-3171-BEF8-6756-A3E2203F5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F3D9F-617A-1ADF-C552-08E6BA2D6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D1CE5-ABD4-51BD-4058-E4950CF3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DE6A5-B3C0-6651-EE4D-3DB23F8C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DDADC-4687-89D1-8187-FC6DD77B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34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1AF3-CA43-04AB-9E5D-5AB74B69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E2512-17CA-9FCB-DAF6-9F735D596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C06AD-C796-B4EF-DFF4-2236A032E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07CF8B-2DCF-C56F-9BF3-DAECC044D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14451-9E44-A4CB-1D33-E236EB164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38C884-4FE4-562B-6A02-242A626AA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5C5E46-023B-9121-7FD5-2F5C61FA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96B3B-7949-EABB-D28B-E58EB4D4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385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35DA-5FEF-A413-8F49-F3532DD8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DF4C9F-548B-F67C-6F41-CC17A1434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B8716-DCAF-04FF-6488-F85F9EE0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67EF1-8E08-B159-A2C5-D2BFE95E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5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02A7E-0773-4D38-DA15-D942B248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8539D-F3FE-86F9-A4C4-0A0E8EC4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AD11A-09F0-27F4-1DF1-D0D31169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06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B921-BE6E-08A3-7A6D-41F3E7C0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FDE29-D7B1-FC2E-50D9-6C08A16BF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D919-B04E-46CC-0283-F130A66B8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D80B0-B965-B53D-9C95-1D060FEC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08F24-F734-9A4D-7259-EC9A0790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1B554-6722-DCA8-A036-C50FD144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49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789EC-EFB4-8B1F-6F08-6D9F380C7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2162EB-FFE5-E559-B28C-A718E0648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A23FC-D0F8-19B0-53F2-94E596E26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BDFDF-5BFC-94A3-A7B4-96C8CFF6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9F734-DF14-64F8-A8D5-2C979E72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671DD-C6A7-E350-238A-F21F3A94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24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D287-0112-344E-B338-03F9910D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D6EE36-09F4-AA81-6B03-389AF9D6B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AFC73-6A70-FD92-87C9-FD2C2065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824B6-EB2A-8EF5-DEE6-ACC468BF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29CDA-C5B2-780A-DB64-C65317FBD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16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47DFB-2FF5-7A24-EC7E-14CD984BC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60A15-76ED-EDFE-614D-7E9CB28CB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30E74-A084-5DBC-200E-FB5A17CF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2FEEF-9A39-488C-27E5-770A5A64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E643F-1359-2BD8-96AE-C0BE1D5B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10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5C3C2-3FE8-5981-7D17-54D12944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8DEEF-AE98-DE96-7035-0A7BEF541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59476-99F9-93E8-321D-1CD6FA4E0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9C2EE-AE6B-0A4F-9574-1DC767F564A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8CFAD-3FA0-2F78-6858-F1E75FAC6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8DE9F-5D51-9092-64F9-58BA77020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1EB03-78CE-CD4A-ABBE-2B564AD711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565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157B4C53-2F70-370C-39BE-341555FF7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990" y="239676"/>
            <a:ext cx="7772400" cy="309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1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374C67-6160-3ACF-198B-F75C12E6C81E}"/>
              </a:ext>
            </a:extLst>
          </p:cNvPr>
          <p:cNvSpPr txBox="1"/>
          <p:nvPr/>
        </p:nvSpPr>
        <p:spPr>
          <a:xfrm>
            <a:off x="6347638" y="0"/>
            <a:ext cx="931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Gabbro</a:t>
            </a:r>
          </a:p>
        </p:txBody>
      </p:sp>
      <p:pic>
        <p:nvPicPr>
          <p:cNvPr id="8" name="Picture 7" descr="A comparison of a graph&#10;&#10;AI-generated content may be incorrect.">
            <a:extLst>
              <a:ext uri="{FF2B5EF4-FFF2-40B4-BE49-F238E27FC236}">
                <a16:creationId xmlns:a16="http://schemas.microsoft.com/office/drawing/2014/main" id="{F4982DF3-5CA3-068E-04E5-486560BD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333"/>
            <a:ext cx="6177516" cy="3099396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C8ECC08E-368D-CA32-31A9-1C55FF3E5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948" y="3468729"/>
            <a:ext cx="6455428" cy="3389271"/>
          </a:xfrm>
          <a:prstGeom prst="rect">
            <a:avLst/>
          </a:prstGeom>
        </p:spPr>
      </p:pic>
      <p:pic>
        <p:nvPicPr>
          <p:cNvPr id="12" name="Picture 11" descr="A comparison of different types of peridotic&#10;&#10;AI-generated content may be incorrect.">
            <a:extLst>
              <a:ext uri="{FF2B5EF4-FFF2-40B4-BE49-F238E27FC236}">
                <a16:creationId xmlns:a16="http://schemas.microsoft.com/office/drawing/2014/main" id="{A22DC382-23A7-0582-AC38-4D2C35B16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561" y="563525"/>
            <a:ext cx="4512769" cy="236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1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arison of graphs with numbers and lines&#10;&#10;AI-generated content may be incorrect.">
            <a:extLst>
              <a:ext uri="{FF2B5EF4-FFF2-40B4-BE49-F238E27FC236}">
                <a16:creationId xmlns:a16="http://schemas.microsoft.com/office/drawing/2014/main" id="{17EE2B9D-04C9-8D99-79EB-37515F47B7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394304" cy="3593251"/>
          </a:xfr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08334BAA-76B0-D152-0870-DF087A254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593251"/>
            <a:ext cx="7772400" cy="3247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69C914-6D21-A16E-20EA-5A7288F91FCA}"/>
              </a:ext>
            </a:extLst>
          </p:cNvPr>
          <p:cNvSpPr txBox="1"/>
          <p:nvPr/>
        </p:nvSpPr>
        <p:spPr>
          <a:xfrm>
            <a:off x="7839935" y="0"/>
            <a:ext cx="2563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100% </a:t>
            </a:r>
            <a:r>
              <a:rPr lang="en-GB" dirty="0" err="1"/>
              <a:t>serpentinized</a:t>
            </a:r>
            <a:r>
              <a:rPr lang="en-GB" dirty="0"/>
              <a:t> MIP</a:t>
            </a:r>
          </a:p>
        </p:txBody>
      </p:sp>
      <p:pic>
        <p:nvPicPr>
          <p:cNvPr id="9" name="Picture 8" descr="A comparison of different types of peridotic&#10;&#10;AI-generated content may be incorrect.">
            <a:extLst>
              <a:ext uri="{FF2B5EF4-FFF2-40B4-BE49-F238E27FC236}">
                <a16:creationId xmlns:a16="http://schemas.microsoft.com/office/drawing/2014/main" id="{AACDFC23-0B28-19C8-05A8-88066D30F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767" y="1060078"/>
            <a:ext cx="4512769" cy="23689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A71B6B-5112-4F7A-09BF-51770B408334}"/>
              </a:ext>
            </a:extLst>
          </p:cNvPr>
          <p:cNvSpPr txBox="1"/>
          <p:nvPr/>
        </p:nvSpPr>
        <p:spPr>
          <a:xfrm>
            <a:off x="7221850" y="572100"/>
            <a:ext cx="4970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This peridotite </a:t>
            </a:r>
            <a:r>
              <a:rPr lang="en-GB" sz="1000" dirty="0" err="1"/>
              <a:t>serp</a:t>
            </a:r>
            <a:r>
              <a:rPr lang="en-GB" sz="1000" dirty="0"/>
              <a:t>% is estimated based on MIP Vp=8.05 km/s for 0% </a:t>
            </a:r>
            <a:r>
              <a:rPr lang="en-GB" sz="1000" dirty="0" err="1"/>
              <a:t>serpentinisation</a:t>
            </a:r>
            <a:r>
              <a:rPr lang="en-GB" sz="1000" dirty="0"/>
              <a:t> and  Vp=6.13 for 100% </a:t>
            </a:r>
            <a:r>
              <a:rPr lang="en-GB" sz="1000" dirty="0" err="1"/>
              <a:t>serperntinized</a:t>
            </a:r>
            <a:r>
              <a:rPr lang="en-GB" sz="1000" dirty="0"/>
              <a:t> MIP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C440B7-2395-022A-9127-8BA1365DD53E}"/>
              </a:ext>
            </a:extLst>
          </p:cNvPr>
          <p:cNvCxnSpPr>
            <a:stCxn id="10" idx="2"/>
          </p:cNvCxnSpPr>
          <p:nvPr/>
        </p:nvCxnSpPr>
        <p:spPr>
          <a:xfrm flipH="1">
            <a:off x="9420045" y="972210"/>
            <a:ext cx="286880" cy="313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14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arison of graphs with numbers&#10;&#10;AI-generated content may be incorrect.">
            <a:extLst>
              <a:ext uri="{FF2B5EF4-FFF2-40B4-BE49-F238E27FC236}">
                <a16:creationId xmlns:a16="http://schemas.microsoft.com/office/drawing/2014/main" id="{EE12455D-2B1B-7F4C-5533-387D4D373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602819" cy="3651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C5F380-3096-3348-3C13-E0A7971C3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38446"/>
            <a:ext cx="6096000" cy="33195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A85560-F7F7-115D-584E-D298A9196A8B}"/>
              </a:ext>
            </a:extLst>
          </p:cNvPr>
          <p:cNvSpPr txBox="1"/>
          <p:nvPr/>
        </p:nvSpPr>
        <p:spPr>
          <a:xfrm>
            <a:off x="7697972" y="56026"/>
            <a:ext cx="2184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Unaltered peridotite</a:t>
            </a:r>
          </a:p>
        </p:txBody>
      </p:sp>
      <p:pic>
        <p:nvPicPr>
          <p:cNvPr id="9" name="Picture 8" descr="A comparison of different types of peridotic&#10;&#10;AI-generated content may be incorrect.">
            <a:extLst>
              <a:ext uri="{FF2B5EF4-FFF2-40B4-BE49-F238E27FC236}">
                <a16:creationId xmlns:a16="http://schemas.microsoft.com/office/drawing/2014/main" id="{54153243-120E-89AB-E0AC-ECBE50E4B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615" y="797441"/>
            <a:ext cx="4512769" cy="236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01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35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Lianjun</dc:creator>
  <cp:lastModifiedBy>Li, Lianjun</cp:lastModifiedBy>
  <cp:revision>2</cp:revision>
  <dcterms:created xsi:type="dcterms:W3CDTF">2025-04-15T15:29:44Z</dcterms:created>
  <dcterms:modified xsi:type="dcterms:W3CDTF">2025-04-15T15:48:15Z</dcterms:modified>
</cp:coreProperties>
</file>